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7d1aa096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7d1aa096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7d1aa096a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7d1aa096a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0280c3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90280c3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0280c311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90280c311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90280c311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90280c311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90280c311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90280c311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989ac2d3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989ac2d3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989ac2d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989ac2d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90280c311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90280c311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735600" y="417825"/>
            <a:ext cx="5278500" cy="235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GB">
                <a:latin typeface="Lato"/>
                <a:ea typeface="Lato"/>
                <a:cs typeface="Lato"/>
                <a:sym typeface="Lato"/>
              </a:rPr>
              <a:t>Flipkart 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Sales Performance: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        </a:t>
            </a:r>
            <a:r>
              <a:rPr b="1" lang="en-GB" sz="3000">
                <a:latin typeface="Lato"/>
                <a:ea typeface="Lato"/>
                <a:cs typeface="Lato"/>
                <a:sym typeface="Lato"/>
              </a:rPr>
              <a:t>Key Metrics &amp; Trends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99575" y="3011075"/>
            <a:ext cx="7389000" cy="15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Analysis and insights into the sales performance of e-commerce platform Flipkart. The analysis and insight presented have been drawn from a Flipkart Retail Product dataset, which covers products, pricing, ratings and sellers from 2018-2023.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1067175" y="446025"/>
            <a:ext cx="7828800" cy="191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/>
              <a:t>OBJECTIVE :</a:t>
            </a:r>
            <a:r>
              <a:rPr b="1" lang="en-GB"/>
              <a:t> </a:t>
            </a:r>
            <a:r>
              <a:rPr lang="en-GB" sz="1800"/>
              <a:t>The objective of this </a:t>
            </a:r>
            <a:r>
              <a:rPr lang="en-GB" sz="1800"/>
              <a:t>presentation</a:t>
            </a:r>
            <a:r>
              <a:rPr lang="en-GB" sz="1800"/>
              <a:t> is to understand the drop in sales by providing a clear </a:t>
            </a:r>
            <a:r>
              <a:rPr lang="en-GB" sz="1800"/>
              <a:t>insight</a:t>
            </a:r>
            <a:r>
              <a:rPr lang="en-GB" sz="1800"/>
              <a:t> into the sales performance of Flipkart from 2018 </a:t>
            </a:r>
            <a:r>
              <a:rPr lang="en-GB" sz="1800"/>
              <a:t>through</a:t>
            </a:r>
            <a:r>
              <a:rPr lang="en-GB" sz="1800"/>
              <a:t> to 2023.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By the end of this session, we will be to identify the reason for a drop in sales and recommend actions that can be taken to improve them. </a:t>
            </a:r>
            <a:endParaRPr sz="1800"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449850" y="2448625"/>
            <a:ext cx="8244300" cy="24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Key Questions being answered: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❏"/>
            </a:pPr>
            <a:r>
              <a:rPr b="1" lang="en-GB" sz="1600"/>
              <a:t>What were </a:t>
            </a:r>
            <a:r>
              <a:rPr b="1" lang="en-GB" sz="1600"/>
              <a:t>the</a:t>
            </a:r>
            <a:r>
              <a:rPr b="1" lang="en-GB" sz="1600"/>
              <a:t> final sales for each year, before and after the discounts were applied?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b="1" lang="en-GB" sz="1600"/>
              <a:t>Where do we see the drop in sales?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b="1" lang="en-GB" sz="1600"/>
              <a:t>How does the average customer review change from 2018-2023, and does it </a:t>
            </a:r>
            <a:r>
              <a:rPr b="1" lang="en-GB" sz="1600"/>
              <a:t>correlate</a:t>
            </a:r>
            <a:r>
              <a:rPr b="1" lang="en-GB" sz="1600"/>
              <a:t> </a:t>
            </a:r>
            <a:r>
              <a:rPr b="1" lang="en-GB" sz="1600"/>
              <a:t>with</a:t>
            </a:r>
            <a:r>
              <a:rPr b="1" lang="en-GB" sz="1600"/>
              <a:t> the drop in sales? If so, how does it correlate?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b="1" lang="en-GB" sz="1600"/>
              <a:t>What recommendations could be made to improve the performance in sales ?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403025" y="542550"/>
            <a:ext cx="7447800" cy="7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/>
              <a:t>Sales Performance 2018-2023 </a:t>
            </a:r>
            <a:endParaRPr sz="3100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581125" y="1559250"/>
            <a:ext cx="8169300" cy="3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-GB" sz="1600"/>
              <a:t>Flipkart faced a </a:t>
            </a:r>
            <a:r>
              <a:rPr b="1" lang="en-GB" sz="1600"/>
              <a:t>fluctuation </a:t>
            </a:r>
            <a:r>
              <a:rPr b="1" lang="en-GB" sz="1600"/>
              <a:t>in sales from 2018 to 2023, with their yearly sales increasing and decreasing each year. </a:t>
            </a:r>
            <a:r>
              <a:rPr b="1" lang="en-GB" sz="1600"/>
              <a:t>Overall, they ended with a 48.5% drop in sales from 2018 to 2023. Their biggest loss being from 2022 to 2023. </a:t>
            </a:r>
            <a:endParaRPr b="1"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n-GB" sz="1600"/>
              <a:t>They also faced a significant drop in units sold from 2018 to 2023, with units sold increasing and decreasing at the same rate with the sales performance for each year</a:t>
            </a:r>
            <a:endParaRPr b="1"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n-GB" sz="1600"/>
              <a:t>However, Flipkart did save a significant amount of money from a drop in discounts from 2018 to 2023.</a:t>
            </a:r>
            <a:endParaRPr b="1"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2324" l="4081" r="4200" t="0"/>
          <a:stretch/>
        </p:blipFill>
        <p:spPr>
          <a:xfrm>
            <a:off x="0" y="0"/>
            <a:ext cx="92164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218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87900" y="229325"/>
            <a:ext cx="83103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performance weak due to impact of low volume </a:t>
            </a:r>
            <a:r>
              <a:rPr lang="en-GB"/>
              <a:t>availability</a:t>
            </a:r>
            <a:r>
              <a:rPr lang="en-GB"/>
              <a:t>, promotions and reviews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33050" y="1508525"/>
            <a:ext cx="8877900" cy="3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Dashboard analysis shows that Flipkart’s sales declined significantly in 2023 following steady performance from 2018 to 2022.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well as a drop in sales, there has also been a drop in units sold and the scoring of products from consumers.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However, Flipkart offered less </a:t>
            </a:r>
            <a:r>
              <a:rPr lang="en-GB"/>
              <a:t>discounts</a:t>
            </a:r>
            <a:r>
              <a:rPr lang="en-GB"/>
              <a:t> over the years. From 2018 to 2023, they had a 48% drop in </a:t>
            </a:r>
            <a:r>
              <a:rPr lang="en-GB"/>
              <a:t>money</a:t>
            </a:r>
            <a:r>
              <a:rPr lang="en-GB"/>
              <a:t> lost in discounts, which meant that the </a:t>
            </a:r>
            <a:r>
              <a:rPr lang="en-GB"/>
              <a:t>company</a:t>
            </a:r>
            <a:r>
              <a:rPr lang="en-GB"/>
              <a:t> </a:t>
            </a:r>
            <a:r>
              <a:rPr i="1" lang="en-GB"/>
              <a:t>should</a:t>
            </a:r>
            <a:r>
              <a:rPr lang="en-GB"/>
              <a:t> have seen more in profits.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50" y="124900"/>
            <a:ext cx="4572000" cy="25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275" y="2783812"/>
            <a:ext cx="5804876" cy="21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5055825" y="634075"/>
            <a:ext cx="3838200" cy="1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Available stock also took a significant dip from 2022 to 2023. Less than 50% of stock from 2018 was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available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2023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08850" y="3088338"/>
            <a:ext cx="2676300" cy="18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may have contributed to the low sales performance in 2023, as well as other contributing factors.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1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5" y="78350"/>
            <a:ext cx="4699284" cy="249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-1214" t="-4242"/>
          <a:stretch/>
        </p:blipFill>
        <p:spPr>
          <a:xfrm>
            <a:off x="1285963" y="2571750"/>
            <a:ext cx="6572075" cy="24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4925300" y="600450"/>
            <a:ext cx="41514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shows a fluctuation in popular sold stock from 2018 to 2023, but there is also a significant drop in stock available. This may also have contributed to the drop in sales and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declining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overall sales performance.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87900" y="2622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Insights to Impact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87900" y="1090950"/>
            <a:ext cx="3999900" cy="3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Deploy Discounts More Consistently across Eligible Deals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Data shows that consistent discounts across products leads to higher sales for Flipkart.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For example, in 2018 the company made 348 million and handed out 95 millions worth in discounts. In 2018, the </a:t>
            </a:r>
            <a:r>
              <a:rPr lang="en-GB"/>
              <a:t>company made 169 million but only gave out 45.7 million in discounts.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Flipkart should consider deploying more discounts, as it brings in more sales for the company. Flipkart does lose a significant amount in discounts but makes up for it in sales, So it’s a big risk but with a much bigger reward.</a:t>
            </a:r>
            <a:endParaRPr/>
          </a:p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4756200" y="1090950"/>
            <a:ext cx="3999900" cy="3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/>
              <a:t>Strategically Increase Inventory Coverage In Demand-Constrained SKUs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/>
              <a:t>Flipkart faced a significant drop in stock available from 2022 to 2023. From 2018 to 2022, the amount of stock available fluctuated but remained steady until 2023.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/>
              <a:t>Graphs show that the drop in available stock correlates with drop in profits and overall sales performance of the company. Which points to lack of stock as a cause for the decline in sales.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/>
              <a:t>Increasing the quantity of stock available, especially amongst popular stock and stock with high discount, would increase sales within the company and may improve the performance of the company.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